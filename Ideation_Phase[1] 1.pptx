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F72C9-3FDD-4583-849E-D6FD30B413C6}" v="1" dt="2025-09-25T06:32:01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0314-ED0F-BE42-A7C9-722E79C1C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Ideation Phase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E7409-B214-7C0C-6BB1-709F3A650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625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E690-49EB-1F2D-0785-204FA81E1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Summary – </a:t>
            </a:r>
            <a:r>
              <a:rPr lang="en-IN" b="1" dirty="0"/>
              <a:t>Idea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52F0B-02D5-947E-83E5-2FB8C8A51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603500"/>
            <a:ext cx="10983686" cy="34163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Riders under the influence of alcohol are one of the leading causes of two-wheeler accidents. This idea integrates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MQ3 alcohol sensor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the helmet to detect alcohol before ignition.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41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8742-E083-95E5-44B1-EFFEE8CF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4B69-974F-FFF5-71AF-7341FCE3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466271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 :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MQ3 Alcohol Sensor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alcohol in rider’s breath</a:t>
            </a:r>
            <a:r>
              <a:rPr lang="en-US" sz="2400" dirty="0"/>
              <a:t>.</a:t>
            </a:r>
            <a:endParaRPr lang="en-IN" sz="2400" b="1" dirty="0"/>
          </a:p>
          <a:p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1028" name="Picture 4" descr="MQ-3 - Sensor for alcohol">
            <a:extLst>
              <a:ext uri="{FF2B5EF4-FFF2-40B4-BE49-F238E27FC236}">
                <a16:creationId xmlns:a16="http://schemas.microsoft.com/office/drawing/2014/main" id="{6D2CCEC0-A05E-B753-5752-1CA9796A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092" y="4077420"/>
            <a:ext cx="2556292" cy="255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2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F7C4-672C-C7A2-9ABA-6061FF4D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D848-8C64-0689-4E71-E86FAE59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E525-D9DC-0A04-7806-04938681A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 :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LED/BUZZER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Indicates bike from starting if alcohol is detected.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RED Buzzer With Indicator, AD16-22SM Size : 22MM, 24VDC">
            <a:extLst>
              <a:ext uri="{FF2B5EF4-FFF2-40B4-BE49-F238E27FC236}">
                <a16:creationId xmlns:a16="http://schemas.microsoft.com/office/drawing/2014/main" id="{46AC7324-19DD-1F5D-FF6C-8AA2DFAB2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787" y="4406659"/>
            <a:ext cx="1800405" cy="18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0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4FDB-6412-849C-92A8-D4DBB7A9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923C-8D05-4422-A227-C8D0F921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B6F6-3593-6489-2778-AFE38FE9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3 :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Processing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data and triggers alert.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ESP32 WROOM 32E — SunFounder ESP32 Starter Kit documentation">
            <a:extLst>
              <a:ext uri="{FF2B5EF4-FFF2-40B4-BE49-F238E27FC236}">
                <a16:creationId xmlns:a16="http://schemas.microsoft.com/office/drawing/2014/main" id="{BFA30519-2340-1380-379D-166B8FD73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756" y="4311650"/>
            <a:ext cx="2863641" cy="204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00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58A1-A7BD-EB8B-8101-2EDA0605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Proposition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26305E2-F4BE-2076-8334-83566AE3B7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6943" y="2915732"/>
            <a:ext cx="6679509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drunk driving accidents.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lives and reduces police monitoring burden.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accountability for riders.</a:t>
            </a:r>
          </a:p>
        </p:txBody>
      </p:sp>
    </p:spTree>
    <p:extLst>
      <p:ext uri="{BB962C8B-B14F-4D97-AF65-F5344CB8AC3E}">
        <p14:creationId xmlns:p14="http://schemas.microsoft.com/office/powerpoint/2010/main" val="218059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0654-625D-99C5-E682-D4798D28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5" name="Content Placeholder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29B4D238-F75E-EC71-7181-BDF0ADBE9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2222499"/>
            <a:ext cx="7401766" cy="3840843"/>
          </a:xfrm>
        </p:spPr>
      </p:pic>
    </p:spTree>
    <p:extLst>
      <p:ext uri="{BB962C8B-B14F-4D97-AF65-F5344CB8AC3E}">
        <p14:creationId xmlns:p14="http://schemas.microsoft.com/office/powerpoint/2010/main" val="116859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D381-601F-A9FA-D837-AEB24363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3AEB-16EB-40C8-1752-FCC1F769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Summary – </a:t>
            </a:r>
            <a:r>
              <a:rPr lang="en-IN" b="1" dirty="0"/>
              <a:t>Idea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AE70C-708C-CF85-9CA2-534716207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6" y="2603500"/>
            <a:ext cx="9372081" cy="34163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rides and night driving often cause drowsiness, leading to accidents. This idea introduces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 sensors (eye blink / heart rate monitoring)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alert the rider before losing focus.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3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A91A-9EBC-7A4D-85BE-A909B535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AEB5-0C08-317C-1E5A-98C830A7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C69C-75C7-5816-D34B-5AB4D7FAD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 :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Eye Blink Sensor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abnormal eye closure rate.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Optimus Eye Blink Sensor – optimus.lk">
            <a:extLst>
              <a:ext uri="{FF2B5EF4-FFF2-40B4-BE49-F238E27FC236}">
                <a16:creationId xmlns:a16="http://schemas.microsoft.com/office/drawing/2014/main" id="{38A8A72F-163B-1839-B4F6-5390A8532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844" y="4221192"/>
            <a:ext cx="2491596" cy="249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13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1F57-B12C-6185-915C-7ACBF799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4C14-6AF9-505F-E6AF-C7A6379C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5787-F6BC-5AD5-76A6-7F941302E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 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Sensor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Tracks abnormal pulse indicating drowsiness.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Buy MAX30100 Pulse Oximeter Heart Rate Sensor Module Online at Robu.in">
            <a:extLst>
              <a:ext uri="{FF2B5EF4-FFF2-40B4-BE49-F238E27FC236}">
                <a16:creationId xmlns:a16="http://schemas.microsoft.com/office/drawing/2014/main" id="{C076EE68-E2CB-69AB-6A9E-5C670C4FC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018" y="4044351"/>
            <a:ext cx="2720197" cy="272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15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23EAD-3FF3-7E45-BB24-EC88C7AFA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6A20-1102-F2F4-2223-FDBC8B288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F061-7A7D-1439-92E8-1D8AE340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3 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Buzzer/LED Alert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Gives immediate warning to rider.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LED Buzzer EM Contin. tone 230VAC YE | Yellow | 230V AC | 15030068">
            <a:extLst>
              <a:ext uri="{FF2B5EF4-FFF2-40B4-BE49-F238E27FC236}">
                <a16:creationId xmlns:a16="http://schemas.microsoft.com/office/drawing/2014/main" id="{F3A3DCE5-188D-14BC-F731-F6520545A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023" y="4190756"/>
            <a:ext cx="2378554" cy="229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92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D15E-FB7F-7CC8-6899-46A8C074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F97C-E7DC-FE36-BD31-4D300989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Proposition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D97384-4B17-2D4D-2DC8-BAF59F5381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6943" y="2892976"/>
            <a:ext cx="572682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Prevents sleep-related road accidents.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Keeps rider attentive during long rides.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Affordable and non-intrusive monitoring.</a:t>
            </a:r>
          </a:p>
        </p:txBody>
      </p:sp>
    </p:spTree>
    <p:extLst>
      <p:ext uri="{BB962C8B-B14F-4D97-AF65-F5344CB8AC3E}">
        <p14:creationId xmlns:p14="http://schemas.microsoft.com/office/powerpoint/2010/main" val="2459172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F4C77-EC65-0479-5A64-CC761ED78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23803-AF79-8714-F3E6-4146F0DD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6" name="Content Placeholder 5" descr="A diagram of a microcontroller&#10;&#10;AI-generated content may be incorrect.">
            <a:extLst>
              <a:ext uri="{FF2B5EF4-FFF2-40B4-BE49-F238E27FC236}">
                <a16:creationId xmlns:a16="http://schemas.microsoft.com/office/drawing/2014/main" id="{9CF59386-D340-64F6-4C80-B408AA322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943" y="2307772"/>
            <a:ext cx="7815423" cy="40386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D766738-62BF-3609-68D8-868240F6D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Digital Displays (IoT signage)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025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8D9F-AE9E-0AC4-0599-E31DB96C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05D6-2D0A-A08D-F351-50AF6B12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Summary – </a:t>
            </a:r>
            <a:r>
              <a:rPr lang="en-IN" b="1" dirty="0"/>
              <a:t>Idea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4C9DB-0B54-5F4D-34E6-560CBFEE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remote or highway accidents, victims often fail to get timely help. This idea integrates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 detection and GSM/GPS-based emergency alerts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instant response.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484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3EF0-11B2-1E97-6626-F20703E6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A346-BB6D-71F2-5E61-2BE5DC8A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AF685-C547-EE1A-B752-627B1E09D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 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(Accelerometer + Gyroscope)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crash or fall.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Robocraze MPU-6050 Module 3 Axis Gyroscope+Accelerometer Module compatible  with Arduino : Amazon.in: Industrial &amp; Scientific">
            <a:extLst>
              <a:ext uri="{FF2B5EF4-FFF2-40B4-BE49-F238E27FC236}">
                <a16:creationId xmlns:a16="http://schemas.microsoft.com/office/drawing/2014/main" id="{AEEF3B83-F8C1-7120-3966-88344A077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802" y="4152181"/>
            <a:ext cx="2705819" cy="270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38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6913-47D0-2443-2A23-9B596677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2459-8825-23C3-4F24-61ACA7C6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1C18-9913-347E-03B6-80C62939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 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SMS alert to family/hospital.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GPRS/GSM Module Made Easy: Working, AT Commands, and Uses 101 Explained">
            <a:extLst>
              <a:ext uri="{FF2B5EF4-FFF2-40B4-BE49-F238E27FC236}">
                <a16:creationId xmlns:a16="http://schemas.microsoft.com/office/drawing/2014/main" id="{4B5D37AE-BAD3-752A-112B-3799A2EF2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343" y="4198190"/>
            <a:ext cx="2584390" cy="258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843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EEEF7-4F50-77AB-C4BA-056140A0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F0EB-ACBC-BDA7-A601-1877AEFF2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E3F42-642E-BB5B-CA7B-FACAC0DEE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3 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Shares real-time accident location.</a:t>
            </a:r>
          </a:p>
        </p:txBody>
      </p:sp>
      <p:pic>
        <p:nvPicPr>
          <p:cNvPr id="9218" name="Picture 2" descr="NEO-M8N GPS Module with Serial UART Interface">
            <a:extLst>
              <a:ext uri="{FF2B5EF4-FFF2-40B4-BE49-F238E27FC236}">
                <a16:creationId xmlns:a16="http://schemas.microsoft.com/office/drawing/2014/main" id="{2E688791-B0A7-8D2C-AEE8-C6CCDF944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1" y="4199625"/>
            <a:ext cx="2425085" cy="242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092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664B-8495-D98C-BCFF-C8F11E0F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2FC-E244-ECB5-BD99-9A961136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C631-0ACF-EAF2-F661-59D01EDFD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emergency support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an accident.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families &amp; hospitals respond faster.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survival chances by reducing response delay.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976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966D-6878-7A8C-0272-5A7D7C13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E7AA-2A71-22D9-B824-C113B8608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6" name="Content Placeholder 5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758B6DE6-DAD5-3DEF-5F69-891B51C60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574" y="2276928"/>
            <a:ext cx="7598228" cy="447221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3C378F2-0EAB-7659-3CA0-38F4B3D5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Digital Displays (IoT signage)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335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10" ma:contentTypeDescription="Create a new document." ma:contentTypeScope="" ma:versionID="76293b1a46d6d7c202189aff5a8c6e5c">
  <xsd:schema xmlns:xsd="http://www.w3.org/2001/XMLSchema" xmlns:xs="http://www.w3.org/2001/XMLSchema" xmlns:p="http://schemas.microsoft.com/office/2006/metadata/properties" xmlns:ns2="8f4bcbf8-e4fe-49fe-9064-aa6724e1aff7" xmlns:ns3="83df3408-28af-437f-b204-b64d5303919d" targetNamespace="http://schemas.microsoft.com/office/2006/metadata/properties" ma:root="true" ma:fieldsID="da80ec647d8e70964e30662bcd5dd54f" ns2:_="" ns3:_="">
    <xsd:import namespace="8f4bcbf8-e4fe-49fe-9064-aa6724e1aff7"/>
    <xsd:import namespace="83df3408-28af-437f-b204-b64d530391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df3408-28af-437f-b204-b64d5303919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7261d6e-d725-4d9d-b8b3-d7d7b2a3ce19}" ma:internalName="TaxCatchAll" ma:showField="CatchAllData" ma:web="83df3408-28af-437f-b204-b64d530391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4bcbf8-e4fe-49fe-9064-aa6724e1aff7">
      <Terms xmlns="http://schemas.microsoft.com/office/infopath/2007/PartnerControls"/>
    </lcf76f155ced4ddcb4097134ff3c332f>
    <TaxCatchAll xmlns="83df3408-28af-437f-b204-b64d5303919d" xsi:nil="true"/>
  </documentManagement>
</p:properties>
</file>

<file path=customXml/itemProps1.xml><?xml version="1.0" encoding="utf-8"?>
<ds:datastoreItem xmlns:ds="http://schemas.openxmlformats.org/officeDocument/2006/customXml" ds:itemID="{F1F58357-267A-4345-BB98-8F6291E3D0D2}"/>
</file>

<file path=customXml/itemProps2.xml><?xml version="1.0" encoding="utf-8"?>
<ds:datastoreItem xmlns:ds="http://schemas.openxmlformats.org/officeDocument/2006/customXml" ds:itemID="{27A22301-7902-4334-A191-62B3E4EB5F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BDD0F3-C792-4DFD-9082-88F80846819C}">
  <ds:schemaRefs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e398e18-e952-4b7e-a92b-695f03712a7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95</TotalTime>
  <Words>338</Words>
  <Application>Microsoft Office PowerPoint</Application>
  <PresentationFormat>Widescreen</PresentationFormat>
  <Paragraphs>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Times New Roman</vt:lpstr>
      <vt:lpstr>Wingdings 3</vt:lpstr>
      <vt:lpstr>Ion Boardroom</vt:lpstr>
      <vt:lpstr>Ideation Phase</vt:lpstr>
      <vt:lpstr>Context Summary – Idea 1</vt:lpstr>
      <vt:lpstr>Key Features</vt:lpstr>
      <vt:lpstr>Key Features</vt:lpstr>
      <vt:lpstr>Key Features</vt:lpstr>
      <vt:lpstr>Value Proposition</vt:lpstr>
      <vt:lpstr>Block Diagram</vt:lpstr>
      <vt:lpstr>Context Summary – Idea 2</vt:lpstr>
      <vt:lpstr>Key Features</vt:lpstr>
      <vt:lpstr>Key Features</vt:lpstr>
      <vt:lpstr>Key Features</vt:lpstr>
      <vt:lpstr>Value Proposition</vt:lpstr>
      <vt:lpstr>Block Diagram</vt:lpstr>
      <vt:lpstr>Context Summary – Idea 3</vt:lpstr>
      <vt:lpstr>Key Features</vt:lpstr>
      <vt:lpstr>Key Features</vt:lpstr>
      <vt:lpstr>Key Features</vt:lpstr>
      <vt:lpstr>Value Proposition</vt:lpstr>
      <vt:lpstr>Block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K</dc:creator>
  <cp:lastModifiedBy>sanjay sanjay</cp:lastModifiedBy>
  <cp:revision>3</cp:revision>
  <dcterms:created xsi:type="dcterms:W3CDTF">2025-09-25T06:20:16Z</dcterms:created>
  <dcterms:modified xsi:type="dcterms:W3CDTF">2025-10-07T05:42:46Z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0x0101004AD9324C02AF684081B0638F841F77A7</vt:lpwstr>
  </property>
</Properties>
</file>