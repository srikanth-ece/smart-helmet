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920b1b2c6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920b1b2c6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c920b1b2c6_2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c920b1b2c6_2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c920b1b2c6_2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c920b1b2c6_2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920b1b2c6_2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920b1b2c6_2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c920b1b2c6_2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c920b1b2c6_2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920b1b2c6_2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920b1b2c6_2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920b1b2c6_2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920b1b2c6_2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920b1b2c6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920b1b2c6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920b1b2c6_2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920b1b2c6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920b1b2c6_2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920b1b2c6_2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920b1b2c6_2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920b1b2c6_2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ttery (3.7V)&#10;      ↓&#10;TP4056 (Charging &amp; Protection)&#10;      ↓&#10;Buck Converter (Step-up to 5V)&#10;      ↓&#10; ┌──────────────┬───────────────┬───────────────┐&#10; ESP32        SIM900A        MQ3 / IR / MPU / Pulse&#10;⚠ Important:&#10;&#10;Buck output = 5V&#10;&#10;ESP32 Vin = 5V&#10;&#10;SIM900A = 5V (high current)&#10;&#10;MPU6050 + Pulse = 3.3V from ESP32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lmet Worn?&#10;        ↓&#10;Alcohol Check&#10;        ↓&#10;Heart Rate Check&#10;        ↓&#10;Crash Monitoring (Always Running)&#10;        ↓&#10;If Emergency → Send SMS via GSM&#10;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EP 1 — System Start&#10;&#10;Power ON&#10;&#10;ESP32 initializes&#10;&#10;GSM initializes&#10;&#10;MPU6050 initializes&#10;&#10;MQ3 warm-up (20 sec)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EP 2 — Helmet Detection&#10;&#10;IR sensor checks:&#10;&#10;IF Helmet NOT worn&#10;      → Block ignition&#10;      → Show warning&#10;ELSE&#10;      → Allow next check&#10;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EP 3 — Alcohol Detection (MQ3)&#10;Read alcohol value&#10;IF value &gt; threshold&#10;      → Block ignition&#10;      → Send SMS: &quot;Alcohol Detected&quot;&#10;ELSE&#10;      → Allow bike start"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EP 4 — Heart Rate Monitoring&#10;&#10;Pulse sensor continuously reads:&#10;&#10;IF pulse &lt; normal OR pulse &gt; normal&#10;      → Send alert SMS"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TEP 5 — Crash Detection (MPU6050)&#10;&#10;Accelerometer checks sudden impact:&#10;&#10;IF sudden high acceleration&#10;      → Accident detected&#10;      → Send Emergency SMS"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Here is your complete working logic:&#10;&#10;Power ON&#10;   ↓&#10;Initialize ESP32&#10;   ↓&#10;Initialize GSM&#10;   ↓&#10;Initialize MPU6050&#10;   ↓&#10;Wait 20 sec (MQ3 warmup)&#10;   ↓&#10;Check Helmet&#10;   ↓&#10;IF Helmet NOT worn&#10;        → Stop system (No ignition)&#10;ELSE&#10;        ↓&#10;   Check Alcohol&#10;        ↓&#10;   IF Alcohol detected&#10;        → Block ignition&#10;        → Send SMS&#10;   ELSE&#10;        → Allow ignition&#10;        ↓&#10;   Start Continuous Monitoring&#10;        ↓&#10;   Loop:&#10;      • Read Heart Rate&#10;      • Read Acceleration&#10;      • Monitor Crash&#10;      • Monitor Fatigue&#10;        ↓&#10;   IF Crash detected&#10;        → Send Emergency SMS"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AL WORLD SCENARIO FLOW&#10;Normal Rider&#10;&#10;Helmet worn ✔&#10;No alcohol ✔&#10;Normal pulse ✔&#10;&#10;→ Bike starts normally&#10;→ System monitors silently&#10;&#10;Drunk Rider&#10;&#10;Helmet worn ✔&#10;Alcohol detected ❌&#10;&#10;→ Ignition blocked&#10;→ SMS alert sent&#10;&#10;Accident Case&#10;&#10;Helmet worn ✔&#10;Sudden impact detected ❌&#10;&#10;→ Emergency SMS sent&#10;→ Family gets alert"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📡 GSM FLOW&#10;&#10;When emergency detected:&#10;&#10;ESP32&#10;   ↓&#10;Send AT Commands&#10;   ↓&#10;SIM900A&#10;   ↓&#10;Send SMS&#10;   ↓&#10;Network Tower&#10;   ↓&#10;Emergency Contact"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🧩 MODULE RELATION FLOW&#10;        MQ3&#10;         │&#10;IR  →  ESP32  →  GSM → SMS&#10;         │&#10;     MPU6050&#10;         │&#10;      Pulse Sensor&#10;&#10;&#10;ESP32 = Brain&#10;Sensors = Inputs&#10;GSM = Communication"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